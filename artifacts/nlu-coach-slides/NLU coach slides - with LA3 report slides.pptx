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  <p:sldId id="259" r:id="rId10"/>
    <p:sldId id="260" r:id="rId11"/>
    <p:sldId id="261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11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-report-5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-report-8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-report-19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 VIEW  ·  PROFILE GLANCE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this student's profile looks like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76656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F5E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 and Fuel profile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they focus, plan, and shift gears — and the fuel they have to draw on.</a:t>
            </a:r>
            <a:endParaRPr lang="en-US" sz="1050" dirty="0"/>
          </a:p>
        </p:txBody>
      </p:sp>
      <p:pic>
        <p:nvPicPr>
          <p:cNvPr id="7" name="12-skill radar chart" descr="12 durable skills radar profi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130" y="2148840"/>
            <a:ext cx="5029581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43800" y="1325880"/>
            <a:ext cx="411480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F5E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543800" y="1325880"/>
            <a:ext cx="73152" cy="2331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they focus, plan, and shift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0" y="2121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Holding the plan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0149840" y="2176272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DCE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149840" y="21762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A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0" y="25786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Pause before reacting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0149840" y="2633472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FF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149840" y="2633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58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Here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72400" y="3035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Switching gears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0149840" y="3090672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DF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149840" y="30906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9E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Working For You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772400" y="3749040"/>
            <a:ext cx="3749040" cy="0"/>
          </a:xfrm>
          <a:prstGeom prst="line">
            <a:avLst/>
          </a:prstGeom>
          <a:noFill/>
          <a:ln w="9525">
            <a:solidFill>
              <a:srgbClr val="F5E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543800" y="3886200"/>
            <a:ext cx="73152" cy="2423160"/>
          </a:xfrm>
          <a:prstGeom prst="rect">
            <a:avLst/>
          </a:prstGeom>
          <a:solidFill>
            <a:srgbClr val="EF6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77240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F6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772400" y="4224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for how to coach the engine work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772400" y="4617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choices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149840" y="4672584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DCE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0149840" y="4672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A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772400" y="5074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 in your corner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10149840" y="5129784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DF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149840" y="51297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9E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Working For You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772400" y="5532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Effort pays off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10149840" y="5586984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DCE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0149840" y="55869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A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 = concrete, scaffold-able skills. Fuel = context that shapes how you coach the engine work. Profile is illustrative.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 VIEW  ·  WHAT THE STUDENT SAW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exact language the student is reading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DCE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600" dirty="0">
                <a:solidFill>
                  <a:srgbClr val="0E7A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INITIATIVE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194560" y="1280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 band  ·  Direct skill building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53212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F5E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73152" cy="4617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Anchor sentence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“You may know what comes next and still find yourself waiting to start.”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to focus next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make solid plans. You care about what you’re working on. When conditions are right, you get things done.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the gap shows up is in the moment between deciding to start and actually starting.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It’s not missing motivation. It’s that turning a decision into a first step isn’t automatic yet. Building the habit of immediate implementation is what closes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532120"/>
            <a:ext cx="5120640" cy="6858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55778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plan is already yours.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first step fires the rest.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That’s how it builds.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539496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F5E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73152" cy="4617720"/>
          </a:xfrm>
          <a:prstGeom prst="rect">
            <a:avLst/>
          </a:prstGeom>
          <a:solidFill>
            <a:srgbClr val="EF6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things you can try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Pick one. Try it this week.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92240" y="260604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95160" y="2587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 the first step at the bottom of every plan.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95160" y="293522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 any plan or to-do list, add: “First step: [specific action I will do in the next [timeframe]].” Then do that step before you close the note.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381304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an if-then statement for tasks you keep delaying.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95160" y="414223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“When I sit down at my desk after lunch, I will open the project doc and write the first sentence.” Put the trigger somewhere visible.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502005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5001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the two-minute version before you start the real version.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99516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the doc. Write one sentence. Make one call. Start the timer. After two minutes, you can stop. You usually won’t.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Verbatim from the student-facing report. Coach reads what the student read — no paraphrase.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 VIEW  ·  WHAT THEY COMMITTED 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strategy the student picked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20624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F5E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Initiative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 read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Pause before reacting is the constrained component.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Fuel read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relatedness. Use it as the lever.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663440"/>
            <a:ext cx="3840480" cy="1508760"/>
          </a:xfrm>
          <a:prstGeom prst="rect">
            <a:avLst/>
          </a:prstGeom>
          <a:solidFill>
            <a:srgbClr val="DCE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0" dirty="0">
                <a:solidFill>
                  <a:srgbClr val="0E7A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CHOSEN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3492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 the first step at the bottom of every plan.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325880"/>
            <a:ext cx="672084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F5E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1325880"/>
            <a:ext cx="73152" cy="4983480"/>
          </a:xfrm>
          <a:prstGeom prst="rect">
            <a:avLst/>
          </a:prstGeom>
          <a:solidFill>
            <a:srgbClr val="EF6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0" y="14630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F6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COMMITMENT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171907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student wrote, in the student's own words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2103120"/>
            <a:ext cx="6309360" cy="22860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40680" y="22402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the bottom of every plan, the student writes: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0680" y="26060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step: </a:t>
            </a:r>
            <a:r>
              <a:rPr lang="en-US" sz="1700" i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[specific action I will do in the next [timeframe]]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40680" y="3337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Then do that step before closing the note.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3794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Verbatim from Strategy 1 in the student-facing report.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12080" y="4572000"/>
            <a:ext cx="6309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F5E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94960" y="4709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0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WORKS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94960" y="49834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Specifying the first step at plan-time removes the gap between planning and starting. The decision is already made.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V1 surfaces the profile, the student's chosen strategy, and what they actually wrote. The coach weaves the connection in conversation.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port 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port 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port 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Macintosh PowerPoint</Application>
  <PresentationFormat>Widescreen</PresentationFormat>
  <Paragraphs>72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Coach View — Mockup for NLU</dc:title>
  <dc:subject>PptxGenJS Presentation</dc:subject>
  <dc:creator>ThriveIEP / C2A</dc:creator>
  <cp:lastModifiedBy>Eric Falke</cp:lastModifiedBy>
  <cp:revision>1</cp:revision>
  <dcterms:created xsi:type="dcterms:W3CDTF">2026-04-27T17:28:43Z</dcterms:created>
  <dcterms:modified xsi:type="dcterms:W3CDTF">2026-04-27T18:42:51Z</dcterms:modified>
</cp:coreProperties>
</file>